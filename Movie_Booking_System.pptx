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電影訂票系統 (Movie Booking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前端：HTML + JavaScript</a:t>
            </a:r>
          </a:p>
          <a:p>
            <a:r>
              <a:t>後端：Python + Flask</a:t>
            </a:r>
          </a:p>
          <a:p>
            <a:r>
              <a:t>資料庫：SQLite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專案功能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主要功能：</a:t>
            </a:r>
          </a:p>
          <a:p>
            <a:r>
              <a:t>- 使用者登入/登出</a:t>
            </a:r>
          </a:p>
          <a:p>
            <a:r>
              <a:t>- 電影列表瀏覽</a:t>
            </a:r>
          </a:p>
          <a:p>
            <a:r>
              <a:t>- 訂票功能（登入後）</a:t>
            </a:r>
          </a:p>
          <a:p>
            <a:r>
              <a:t>- 訂單號生成（UUID + 日期）</a:t>
            </a:r>
          </a:p>
          <a:p>
            <a:r>
              <a:t>- 訂單查詢（透過訂單編號）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前端 (Frontend):</a:t>
            </a:r>
          </a:p>
          <a:p>
            <a:r>
              <a:t>- HTML + JavaScript</a:t>
            </a:r>
          </a:p>
          <a:p>
            <a:r>
              <a:t>- 表單提交與模板渲染 (Jinja2)</a:t>
            </a:r>
          </a:p>
          <a:p/>
          <a:p>
            <a:r>
              <a:t>後端 (Backend):</a:t>
            </a:r>
          </a:p>
          <a:p>
            <a:r>
              <a:t>- Python + Flask</a:t>
            </a:r>
          </a:p>
          <a:p>
            <a:r>
              <a:t>- Session 管理</a:t>
            </a:r>
          </a:p>
          <a:p>
            <a:r>
              <a:t>- 資料庫操作 (SQLite)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資料庫 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              movies</a:t>
            </a:r>
          </a:p>
          <a:p>
            <a:r>
              <a:t>+------------+      +------------+</a:t>
            </a:r>
          </a:p>
          <a:p>
            <a:r>
              <a:t>| id PK      |      | id PK      |</a:t>
            </a:r>
          </a:p>
          <a:p>
            <a:r>
              <a:t>| username   |      | title      |</a:t>
            </a:r>
          </a:p>
          <a:p>
            <a:r>
              <a:t>| password   |      | showtime   |</a:t>
            </a:r>
          </a:p>
          <a:p>
            <a:r>
              <a:t>+------------+      +------------+</a:t>
            </a:r>
          </a:p>
          <a:p>
            <a:r>
              <a:t>     ^                    ^</a:t>
            </a:r>
          </a:p>
          <a:p>
            <a:r>
              <a:t>     |                    |</a:t>
            </a:r>
          </a:p>
          <a:p>
            <a:r>
              <a:t>     +--------+-----------+</a:t>
            </a:r>
          </a:p>
          <a:p>
            <a:r>
              <a:t>              |</a:t>
            </a:r>
          </a:p>
          <a:p>
            <a:r>
              <a:t>          bookings</a:t>
            </a:r>
          </a:p>
          <a:p>
            <a:r>
              <a:t>          +------------+</a:t>
            </a:r>
          </a:p>
          <a:p>
            <a:r>
              <a:t>          | id PK      |</a:t>
            </a:r>
          </a:p>
          <a:p>
            <a:r>
              <a:t>          | order_no   |</a:t>
            </a:r>
          </a:p>
          <a:p>
            <a:r>
              <a:t>          | movie_id FK|</a:t>
            </a:r>
          </a:p>
          <a:p>
            <a:r>
              <a:t>          | customer_name|</a:t>
            </a:r>
          </a:p>
          <a:p>
            <a:r>
              <a:t>          | tickets    |</a:t>
            </a:r>
          </a:p>
          <a:p>
            <a:r>
              <a:t>          +------------+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程式模組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+------------------+</a:t>
            </a:r>
          </a:p>
          <a:p>
            <a:r>
              <a:t>|      app.py      |</a:t>
            </a:r>
          </a:p>
          <a:p>
            <a:r>
              <a:t>+------------------+</a:t>
            </a:r>
          </a:p>
          <a:p>
            <a:r>
              <a:t>| - DATABASE       |</a:t>
            </a:r>
          </a:p>
          <a:p>
            <a:r>
              <a:t>| - app (Flask)    |</a:t>
            </a:r>
          </a:p>
          <a:p>
            <a:r>
              <a:t>+------------------+</a:t>
            </a:r>
          </a:p>
          <a:p>
            <a:r>
              <a:t>| + init_db()      |</a:t>
            </a:r>
          </a:p>
          <a:p>
            <a:r>
              <a:t>| + get_db()       |</a:t>
            </a:r>
          </a:p>
          <a:p>
            <a:r>
              <a:t>| + close_db()     |</a:t>
            </a:r>
          </a:p>
          <a:p>
            <a:r>
              <a:t>| + generate_order_no() |</a:t>
            </a:r>
          </a:p>
          <a:p>
            <a:r>
              <a:t>| + generate_unique_order_no() |</a:t>
            </a:r>
          </a:p>
          <a:p>
            <a:r>
              <a:t>+------------------+</a:t>
            </a:r>
          </a:p>
          <a:p>
            <a:r>
              <a:t>| Routes:          |</a:t>
            </a:r>
          </a:p>
          <a:p>
            <a:r>
              <a:t>| - login()        |</a:t>
            </a:r>
          </a:p>
          <a:p>
            <a:r>
              <a:t>| - logout()       |</a:t>
            </a:r>
          </a:p>
          <a:p>
            <a:r>
              <a:t>| - movies()       |</a:t>
            </a:r>
          </a:p>
          <a:p>
            <a:r>
              <a:t>| - book(movie_id) |</a:t>
            </a:r>
          </a:p>
          <a:p>
            <a:r>
              <a:t>| - success(order_no) |</a:t>
            </a:r>
          </a:p>
          <a:p>
            <a:r>
              <a:t>| - query_order()  |</a:t>
            </a:r>
          </a:p>
          <a:p>
            <a:r>
              <a:t>+------------------+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訂票流程圖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[使用者] -&gt; /login -&gt; Session 設定 -&gt; / -&gt; 選電影 -&gt; /book/&lt;movie_id&gt; -&gt; 生成訂單號 -&gt; 存入 bookings -&gt; /success/&lt;order_no&gt; -&gt; 查詢 /order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面試加分點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登入控制 + Session 管理</a:t>
            </a:r>
          </a:p>
          <a:p>
            <a:r>
              <a:t>- 訂單號唯一生成 (UUID + 日期)</a:t>
            </a:r>
          </a:p>
          <a:p>
            <a:r>
              <a:t>- SQL Injection 防護</a:t>
            </a:r>
          </a:p>
          <a:p>
            <a:r>
              <a:t>- 訂單查詢使用 JOIN 顯示電影資訊</a:t>
            </a:r>
          </a:p>
          <a:p>
            <a:r>
              <a:t>- 前端與後端清楚分層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未來擴充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座位剩餘數量控管</a:t>
            </a:r>
          </a:p>
          <a:p>
            <a:r>
              <a:t>- 訂單取消功能</a:t>
            </a:r>
          </a:p>
          <a:p>
            <a:r>
              <a:t>- RESTful JSON API</a:t>
            </a:r>
          </a:p>
          <a:p>
            <a:r>
              <a:t>- 模板繼承 + 前端美化</a:t>
            </a:r>
          </a:p>
          <a:p>
            <a:r>
              <a:t>- RWD 支援手機和平板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